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65A82"/>
                </a:solidFill>
                <a:latin typeface="Arial"/>
              </a:rPr>
              <a:t>NPS médio por faixa de atraso na entrega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 Médio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D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87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Sem atraso</c:v>
                  </c:pt>
                  <c:pt idx="1">
                    <c:v>1-2 dias</c:v>
                  </c:pt>
                  <c:pt idx="2">
                    <c:v>3-5 dias</c:v>
                  </c:pt>
                  <c:pt idx="3">
                    <c:v>6-10 dias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6.86</c:v>
                </c:pt>
                <c:pt idx="1">
                  <c:v>5.05</c:v>
                </c:pt>
                <c:pt idx="2">
                  <c:v>2.89</c:v>
                </c:pt>
                <c:pt idx="3">
                  <c:v>0.81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D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D0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B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65A82"/>
                </a:solidFill>
                <a:latin typeface="Arial"/>
              </a:rPr>
              <a:t>NPS médio por número de contatos com o suporte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 Médio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D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87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 contatos</c:v>
                  </c:pt>
                  <c:pt idx="1">
                    <c:v>1 contato</c:v>
                  </c:pt>
                  <c:pt idx="2">
                    <c:v>2 contatos</c:v>
                  </c:pt>
                  <c:pt idx="3">
                    <c:v>3-4 contatos</c:v>
                  </c:pt>
                  <c:pt idx="4">
                    <c:v>5+ contatos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5.54</c:v>
                </c:pt>
                <c:pt idx="1">
                  <c:v>4.66</c:v>
                </c:pt>
                <c:pt idx="2">
                  <c:v>4.12</c:v>
                </c:pt>
                <c:pt idx="3">
                  <c:v>3.04</c:v>
                </c:pt>
                <c:pt idx="4">
                  <c:v>1.93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D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D0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B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 do Cliente no E-commerce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9D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realmente impacta o NPS — e como antecipar a insatisfação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2267712"/>
            <a:ext cx="8321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4505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analisados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24505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3756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detratores na base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24505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6364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fatores-chave identificados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Fase 1  |  FIAP  |  Pós-Tech Ciência de Dados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DE NEGÓCIO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acontecendo?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e-commerce cresceu e com ele o volume de problemas na experiência do cliente.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NPS é coletado APÓS a jornada — quando o cliente já foi impactado.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só descobre a insatisfação depois que o estrago foi feito.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Detratores não voltam a comprar e reclamam publicamente — impacto direto em receita.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93776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319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podemos agir de forma preventiva, antes mesmo do NPS ser coletado?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822960"/>
            <a:ext cx="30175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8961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852160" y="14813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Detratores (NPS 0 a 6)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2148840"/>
            <a:ext cx="30175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D487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52160" y="22219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852160" y="28072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Neutros (NPS 7 e 8)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3474720"/>
            <a:ext cx="30175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52160" y="35478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852160" y="41330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Promotores (NPS 9 e 10)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NOS DIZEM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Detratores vs. Promotores — o que é diferente na jornada deles?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71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Atraso na entrega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1737360" cy="822960"/>
          </a:xfrm>
          <a:prstGeom prst="rect">
            <a:avLst/>
          </a:prstGeom>
          <a:solidFill>
            <a:srgbClr val="FE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01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2,53 dias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31720" y="1783080"/>
            <a:ext cx="1920240" cy="822960"/>
          </a:xfrm>
          <a:prstGeom prst="rect">
            <a:avLst/>
          </a:prstGeom>
          <a:solidFill>
            <a:srgbClr val="EEFAF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801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2084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0,76 dias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09160" y="128016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371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Reclamações registradas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783080"/>
            <a:ext cx="1737360" cy="822960"/>
          </a:xfrm>
          <a:prstGeom prst="rect">
            <a:avLst/>
          </a:prstGeom>
          <a:solidFill>
            <a:srgbClr val="FE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801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084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6560" y="1783080"/>
            <a:ext cx="1920240" cy="822960"/>
          </a:xfrm>
          <a:prstGeom prst="rect">
            <a:avLst/>
          </a:prstGeom>
          <a:solidFill>
            <a:srgbClr val="EEFAF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801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2084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108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 Contatos com suporte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3520440"/>
            <a:ext cx="1737360" cy="822960"/>
          </a:xfrm>
          <a:prstGeom prst="rect">
            <a:avLst/>
          </a:prstGeom>
          <a:solidFill>
            <a:srgbClr val="FE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38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822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331720" y="3520440"/>
            <a:ext cx="1920240" cy="822960"/>
          </a:xfrm>
          <a:prstGeom prst="rect">
            <a:avLst/>
          </a:prstGeom>
          <a:solidFill>
            <a:srgbClr val="EEFAF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3538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3822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0,78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09160" y="301752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108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Tempo de resolução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3520440"/>
            <a:ext cx="1737360" cy="822960"/>
          </a:xfrm>
          <a:prstGeom prst="rect">
            <a:avLst/>
          </a:prstGeom>
          <a:solidFill>
            <a:srgbClr val="FE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538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Detrator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822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5,79 dias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66560" y="3520440"/>
            <a:ext cx="1920240" cy="822960"/>
          </a:xfrm>
          <a:prstGeom prst="rect">
            <a:avLst/>
          </a:prstGeom>
          <a:solidFill>
            <a:srgbClr val="EEFAF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538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3822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4,10 dias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RUPTURA 1 — ATRASO NA ENTREGA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22960"/>
            <a:ext cx="28803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8778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-88%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035040" y="13075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no NPS entre sem atraso e 6-10 dias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2011680"/>
            <a:ext cx="28803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D487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206654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4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dias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035040" y="2496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ponto de ruptura: NPS já entra na zona de detrator (&lt; 6)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3200400"/>
            <a:ext cx="28803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32552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fator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035040" y="36850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é a variável mais importante no modelo preditivo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RUPTURA 2 — CONTATOS COM O ATENDIMENTO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22960"/>
            <a:ext cx="288036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0" y="13258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que liga para o suporte já está com problema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035040" y="180136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novo contato mostra que o problema anterior não foi resolvido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35040" y="227685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3+ contatos, o NPS médio já é de detrator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035040" y="275234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5+ contatos, o NPS médio é quase zero (1,93)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0" y="3794760"/>
            <a:ext cx="288036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38221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resolver na 1ª chamada.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contatos = mais insatisfação.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QUEM É O CLIENTE — É COMO A OPERAÇÃO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Variáveis que NÃO explicam o NPS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Região geográfica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65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  Idade do cliente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6517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51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Valor do pedido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3375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337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Quantidade de itens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0233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023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Forma de pagamento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Variáveis que SIM explicam o NPS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2801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Atraso na entrega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965960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965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Tempo total de entrega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651760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651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 Contatos com o suporte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3337560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337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Tempo de resolução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4023360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4023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Tentativas de entrega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Conclusão: a empresa tem o poder de mudar o NPS — está na execução operacional, não no perfil do cliente.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PUDÉSSEMOS PREVER O NPS ANTES DE PERGUNTAR?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D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dados operacionais disponíveis ao final de cada entrega, construímos um modelo que estima a nota NPS antes da pesquisa ser enviada.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901952"/>
            <a:ext cx="411480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90195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realizada: 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06040" y="192024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operacionais estão disponíveis: prazo, atraso, contatos com suporte.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411480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3347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calcula o NPS previsto: 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analisa os dados e estima uma nota de 0 a 10 para aquele cliente.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364992"/>
            <a:ext cx="411480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6499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3383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se necessário: 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338328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previsão indica detrator (&lt; 6), a equipe de atendimento é acionada antes da pesquisa.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4096512"/>
            <a:ext cx="411480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09651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4114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preventiva: 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06040" y="411480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contato proativo ou compensação pode reverter a insatisfação antes que o cliente responda o NPS.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solidFill>
            <a:srgbClr val="2E4C6D"/>
          </a:solidFill>
          <a:ln w="12700">
            <a:solidFill>
              <a:srgbClr val="2E4C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81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R² ≈ 0,52  →  o modelo explica 52% da variação do NPS com dados 100% disponíveis antes da pesquisa.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PRÁTICAS PARA O NEGÓCIO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51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8778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atrasos na entrega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3977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pedidos em risco de atraso em tempo real. Comunicar o cliente proativamente quando houver atraso — transparência reduz insatisfação. Revisar SLAs com transportadoras.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51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50292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22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8778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o problema de primeira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298448"/>
            <a:ext cx="3977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ideal é que o cliente não precise ligar. Quando liga, o problema deve ser resolvido em 1 contato. Treinar equipe e criar FAQs eficientes reduz recontatos e melhora o NPS.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251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88920"/>
            <a:ext cx="502920" cy="43891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889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843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modelo para agir antes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264408"/>
            <a:ext cx="3977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 cada entrega, gerar um NPS previsto. Casos com previsão abaixo de 6 entram em fila prioritária de atendimento proativo — antes da pesquisa chegar ao cliente.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4251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87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788920"/>
            <a:ext cx="502920" cy="438912"/>
          </a:xfrm>
          <a:prstGeom prst="rect">
            <a:avLst/>
          </a:prstGeom>
          <a:solidFill>
            <a:srgbClr val="D4870B"/>
          </a:solidFill>
          <a:ln w="12700">
            <a:solidFill>
              <a:srgbClr val="D487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7889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843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painel de risco operacional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264408"/>
            <a:ext cx="3977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diariamente: pedidos com 3+ dias de atraso, clientes com 3+ contatos no suporte. Esses são os sinais antecipados de insatisfação — sem precisar esperar o NPS.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CUIDADOS AO USAR ESTES RESULTADOS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50392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859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históricos — padrões mudam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15214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foi treinado em dados passados. O comportamento do cliente e a operação mudam — o modelo precisa ser reavaliado periodicamente.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0934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655064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não é causalidade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95681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o prazo de entrega deve aumentar o NPS, mas não é garantido. Outros fatores (qualidade do produto, site) também influenciam.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1401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459736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ainda é inexplicado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7614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captura 52% da variação do NPS. Os outros 48% dependem de fatores fora da base: qualidade do produto, experiência no app, expectativas pessoais.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1868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264408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273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resposta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todos os clientes respondem o NPS. Clientes com experiências extremas respondem mais, o que pode distorcer a média observada.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0233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406908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40782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preventiva, não correção mágica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370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sinaliza risco — mas a empresa ainda precisa agir. Identificar um detrator em potencial não resolve o problema sozinho.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D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satisfação é previsível. A ação é uma escolha.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664208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🚚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no prazo é o principal motor da satisfação — simples assim.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🎧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3591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recontato com o suporte é um sinal de que algo ainda não foi resolvido.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907792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298094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está no perfil do cliente — está na execução operacional.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529584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🔭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360273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dados certos, é possível agir antes — não esperar o NPS para descobrir.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4151376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4224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de detratores não é fatalidade: é oportunidade de melhoria com dados.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Fase 1  |  FIAP  |  Pós-Tech Ciência de Dados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NPS Preditivo — Tech Challenge Fase 1</dc:title>
  <dc:subject>PptxGenJS Presentation</dc:subject>
  <dc:creator>PptxGenJS</dc:creator>
  <cp:lastModifiedBy>PptxGenJS</cp:lastModifiedBy>
  <cp:revision>1</cp:revision>
  <dcterms:created xsi:type="dcterms:W3CDTF">2026-05-05T19:31:51Z</dcterms:created>
  <dcterms:modified xsi:type="dcterms:W3CDTF">2026-05-05T19:31:51Z</dcterms:modified>
</cp:coreProperties>
</file>